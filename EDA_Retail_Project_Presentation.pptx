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Exploratory Data Analysis on Retail Dataset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Name: ap</a:t>
            </a:r>
          </a:p>
          <a:p>
            <a:r>
              <a:t>Project: NextHikes</a:t>
            </a:r>
          </a:p>
          <a:p>
            <a:r>
              <a:t>Date: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EDA helps understand patterns and trends in data.</a:t>
            </a:r>
          </a:p>
          <a:p>
            <a:r>
              <a:t>This project analyzes retail transactions to extract insights.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Add Notebook Screenshot Here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Univariate Analysis</a:t>
            </a:r>
          </a:p>
          <a:p>
            <a:r>
              <a:t>• Bivariate Analysis</a:t>
            </a:r>
          </a:p>
          <a:p>
            <a:r>
              <a:t>• Multivariate Analysis</a:t>
            </a:r>
          </a:p>
          <a:p>
            <a:r>
              <a:t>• Outlier Detection</a:t>
            </a:r>
          </a:p>
          <a:p>
            <a:r>
              <a:t>• Business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Add Notebook Screenshot Here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100,000 rows</a:t>
            </a:r>
          </a:p>
          <a:p>
            <a:r>
              <a:t>• 18 columns</a:t>
            </a:r>
          </a:p>
          <a:p>
            <a:r>
              <a:t>• Numerical, Categorical, 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Add Notebook Screenshot Here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Removed duplicates</a:t>
            </a:r>
          </a:p>
          <a:p>
            <a:r>
              <a:t>• Handled missing values</a:t>
            </a:r>
          </a:p>
          <a:p>
            <a:r>
              <a:t>• Created features (year, month, final_price)</a:t>
            </a:r>
          </a:p>
          <a:p>
            <a:r>
              <a:t>• Converted date column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Add Notebook Screenshot Here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Univariate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Right skewed data observed.</a:t>
            </a:r>
          </a:p>
          <a:p>
            <a:r>
              <a:t>Outliers present in price &amp; quantity.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Add Notebook Screenshot Here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Most customers are Regular.</a:t>
            </a:r>
          </a:p>
          <a:p>
            <a:r>
              <a:t>Electronics category highest.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Add Notebook Screenshot Here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Bivariate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Higher price leads to higher revenue.</a:t>
            </a:r>
          </a:p>
          <a:p>
            <a:r>
              <a:t>Premium customers spend more.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Add Notebook Screenshot Here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Heatmap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Strong correlation between product_price &amp; final_price.</a:t>
            </a:r>
          </a:p>
          <a:p>
            <a:r>
              <a:t>Discount negatively impacts revenue.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Add Notebook Screenshot Here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Series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Sales fluctuate over time.</a:t>
            </a:r>
          </a:p>
          <a:p>
            <a:r>
              <a:t>Peak months indicate seasonal trends.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Add Notebook Screenshot Here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Premium customers generate more revenue</a:t>
            </a:r>
          </a:p>
          <a:p>
            <a:r>
              <a:t>• Electronics perform best</a:t>
            </a:r>
          </a:p>
          <a:p>
            <a:r>
              <a:t>• High-value transactions drive revenue</a:t>
            </a:r>
          </a:p>
          <a:p>
            <a:r>
              <a:t>• Long delivery increases returns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Add Notebook Screenshot Here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EDA helps improve pricing, logistics, and business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Add Notebook Screenshot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