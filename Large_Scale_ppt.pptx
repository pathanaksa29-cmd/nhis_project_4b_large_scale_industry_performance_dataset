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98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2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54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6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8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87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8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42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8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442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565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93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262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309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004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39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9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824B6-9A29-13C0-C408-5554373A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E934F-A1EE-EFE2-4B40-D336BD242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4" y="2490135"/>
            <a:ext cx="7118723" cy="3444997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latin typeface="Work Sans"/>
              </a:rPr>
              <a:t>Next Hikes | Elevating Digital Experiences</a:t>
            </a:r>
          </a:p>
          <a:p>
            <a:pPr>
              <a:buNone/>
            </a:pPr>
            <a:endParaRPr lang="en-US" b="1" dirty="0">
              <a:latin typeface="Work Sans"/>
            </a:endParaRPr>
          </a:p>
          <a:p>
            <a:pPr algn="just"/>
            <a:r>
              <a:rPr lang="en-US" b="1" dirty="0">
                <a:latin typeface="Work Sans"/>
              </a:rPr>
              <a:t>Next Hike IT Solutions </a:t>
            </a:r>
            <a:r>
              <a:rPr lang="en-US" dirty="0">
                <a:latin typeface="Work Sans"/>
              </a:rPr>
              <a:t>is a growing IT services and solutions company that focuses on delivering innovative, reliable, and cost-effective technology solutions. The company specializes in providing end-to-end IT services, helping businesses improve efficiency, productivity, and digital transformation.</a:t>
            </a:r>
          </a:p>
          <a:p>
            <a:pPr algn="just"/>
            <a:r>
              <a:rPr lang="en-US" b="1" dirty="0">
                <a:latin typeface="Work Sans"/>
              </a:rPr>
              <a:t>Next Hike IT Solutions </a:t>
            </a:r>
            <a:r>
              <a:rPr lang="en-US" dirty="0">
                <a:latin typeface="Work Sans"/>
              </a:rPr>
              <a:t>is committed to quality, client satisfaction, and continuous innovation, making it a trusted technology partner for organizations across various industries.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8C899B-29B8-60F7-D1DE-4A829410B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6252" y="922868"/>
            <a:ext cx="5618375" cy="1296336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154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F349-887A-D9B3-773E-218F4240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Work Sans"/>
              </a:rPr>
              <a:t>Introduction – Aksa Pathan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F57D2-F53B-F574-975F-59AA7A38E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My name is </a:t>
            </a:r>
            <a:r>
              <a:rPr lang="en-US" b="1" dirty="0"/>
              <a:t>Aksa Pathan</a:t>
            </a:r>
            <a:r>
              <a:rPr lang="en-US" dirty="0"/>
              <a:t>, and I am passionate about </a:t>
            </a:r>
            <a:r>
              <a:rPr lang="en-US" b="1" dirty="0"/>
              <a:t>data analysis and dashboard development</a:t>
            </a:r>
            <a:r>
              <a:rPr lang="en-US" dirty="0"/>
              <a:t>.</a:t>
            </a:r>
          </a:p>
          <a:p>
            <a:r>
              <a:rPr lang="en-US" dirty="0"/>
              <a:t>I have hands-on experience in </a:t>
            </a:r>
            <a:r>
              <a:rPr lang="en-US" b="1" dirty="0"/>
              <a:t>Excel, Power Query, Pivot Tables, and VBA Macros</a:t>
            </a:r>
            <a:r>
              <a:rPr lang="en-US" dirty="0"/>
              <a:t>, </a:t>
            </a:r>
            <a:r>
              <a:rPr lang="en-US" b="1" dirty="0"/>
              <a:t>Python, Data Management, SQL.</a:t>
            </a:r>
            <a:endParaRPr lang="en-US" dirty="0"/>
          </a:p>
          <a:p>
            <a:r>
              <a:rPr lang="en-US" dirty="0"/>
              <a:t>I enjoy working on </a:t>
            </a:r>
            <a:r>
              <a:rPr lang="en-US" b="1" dirty="0"/>
              <a:t>data cleaning, transformation, and automation</a:t>
            </a:r>
            <a:r>
              <a:rPr lang="en-US" dirty="0"/>
              <a:t> to convert raw data into meaningful insights.</a:t>
            </a:r>
          </a:p>
          <a:p>
            <a:r>
              <a:rPr lang="en-US" dirty="0"/>
              <a:t>I focus on building </a:t>
            </a:r>
            <a:r>
              <a:rPr lang="en-US" b="1" dirty="0"/>
              <a:t>interactive, user-friendly, and scalable dashboards</a:t>
            </a:r>
            <a:r>
              <a:rPr lang="en-US" dirty="0"/>
              <a:t> for effective decision-making.</a:t>
            </a:r>
          </a:p>
          <a:p>
            <a:r>
              <a:rPr lang="en-US" dirty="0"/>
              <a:t>This project showcases my ability to handle </a:t>
            </a:r>
            <a:r>
              <a:rPr lang="en-US" b="1" dirty="0"/>
              <a:t>end-to-end data workflows</a:t>
            </a:r>
            <a:r>
              <a:rPr lang="en-US" dirty="0"/>
              <a:t>, from raw datasets to professional dashboards.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25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8" y="1871131"/>
            <a:ext cx="5111752" cy="1515533"/>
          </a:xfrm>
        </p:spPr>
        <p:txBody>
          <a:bodyPr>
            <a:normAutofit/>
          </a:bodyPr>
          <a:lstStyle/>
          <a:p>
            <a:r>
              <a:rPr lang="en-IN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8" y="3657597"/>
            <a:ext cx="5111752" cy="1320802"/>
          </a:xfrm>
        </p:spPr>
        <p:txBody>
          <a:bodyPr>
            <a:normAutofit/>
          </a:bodyPr>
          <a:lstStyle/>
          <a:p>
            <a:r>
              <a:rPr lang="en-US"/>
              <a:t>Large Scale Industry Dataset</a:t>
            </a:r>
          </a:p>
          <a:p>
            <a:r>
              <a:rPr lang="en-US"/>
              <a:t>EDA &amp; Supervised Learning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15,000 records, 12 variables</a:t>
            </a:r>
          </a:p>
          <a:p>
            <a:r>
              <a:t>• Objective: EDA + Revenue Prediction</a:t>
            </a:r>
          </a:p>
          <a:p>
            <a:r>
              <a:t>• Techniques: Univariate, Bivariate, Multivariate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Industry, Country, Employee Count, Revenue, Profit Margin,</a:t>
            </a:r>
          </a:p>
          <a:p>
            <a:r>
              <a:t>Customer Count, Market Rating, Founded Year, Region, Created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CSV loaded using Pandas</a:t>
            </a:r>
          </a:p>
          <a:p>
            <a:r>
              <a:t>• Date conversion applied</a:t>
            </a:r>
          </a:p>
          <a:p>
            <a:r>
              <a:t>• Missing values checked</a:t>
            </a:r>
          </a:p>
          <a:p>
            <a:r>
              <a:t>• Numerical/Categorical features identified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Summary statistics</a:t>
            </a:r>
          </a:p>
          <a:p>
            <a:r>
              <a:t>• Skewness &amp; Kurtosis</a:t>
            </a:r>
          </a:p>
          <a:p>
            <a:r>
              <a:t>• Frequency distributions</a:t>
            </a:r>
          </a:p>
          <a:p>
            <a:r>
              <a:t>Insight: Revenue and customer count are positively skewed.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IQR Method</a:t>
            </a:r>
          </a:p>
          <a:p>
            <a:r>
              <a:t>• Z-Score Method</a:t>
            </a:r>
          </a:p>
          <a:p>
            <a:r>
              <a:t>Insight: Large enterprises create genuine outliers.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Pearson Correlation Matrix</a:t>
            </a:r>
          </a:p>
          <a:p>
            <a:r>
              <a:t>• Heatmap Visualization</a:t>
            </a:r>
          </a:p>
          <a:p>
            <a:r>
              <a:t>Insight: Employee Count and Customer Count strongly influence Revenue.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&amp; Region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Technology sector shows highest revenue</a:t>
            </a:r>
          </a:p>
          <a:p>
            <a:r>
              <a:t>• North America and Asia perform strongly</a:t>
            </a:r>
          </a:p>
          <a:p>
            <a:r>
              <a:t>• Market ratings vary across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Regressor used to predict annual_revenue_million</a:t>
            </a:r>
          </a:p>
          <a:p>
            <a:r>
              <a:t>Features: Employee Count, Customer Count, Market Rating,</a:t>
            </a:r>
          </a:p>
          <a:p>
            <a:r>
              <a:t>Profit Margin, Founded Year, Industry, Region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Selection → Train/Test Split → Random Forest → Evaluation</a:t>
            </a:r>
          </a:p>
          <a:p>
            <a:r>
              <a:t>Metrics: R² Score and RMSE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positively skewed</a:t>
            </a:r>
          </a:p>
          <a:p>
            <a:r>
              <a:t>• Customer count drives revenue</a:t>
            </a:r>
          </a:p>
          <a:p>
            <a:r>
              <a:t>• Technology industry leads performance</a:t>
            </a:r>
          </a:p>
          <a:p>
            <a:r>
              <a:t>• Outliers represent large organizations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and Machine Learning provide business intelligence,</a:t>
            </a:r>
          </a:p>
          <a:p>
            <a:r>
              <a:t>revenue forecasting capability, and strategic insights.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433</Words>
  <Application>Microsoft Office PowerPoint</Application>
  <PresentationFormat>On-screen Show (4:3)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Garamond</vt:lpstr>
      <vt:lpstr>Work Sans</vt:lpstr>
      <vt:lpstr>Organic</vt:lpstr>
      <vt:lpstr>PowerPoint Presentation</vt:lpstr>
      <vt:lpstr>Introduction – Aksa Pathan</vt:lpstr>
      <vt:lpstr>Title</vt:lpstr>
      <vt:lpstr>Project Overview</vt:lpstr>
      <vt:lpstr>Dataset Features</vt:lpstr>
      <vt:lpstr>Data Preparation</vt:lpstr>
      <vt:lpstr>Univariate Analysis</vt:lpstr>
      <vt:lpstr>Outlier Analysis</vt:lpstr>
      <vt:lpstr>Correlation Analysis</vt:lpstr>
      <vt:lpstr>Industry &amp; Region Analysis</vt:lpstr>
      <vt:lpstr>Supervised Learning Model</vt:lpstr>
      <vt:lpstr>Model Workflow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Musab Mirza</cp:lastModifiedBy>
  <cp:revision>2</cp:revision>
  <dcterms:created xsi:type="dcterms:W3CDTF">2013-01-27T09:14:16Z</dcterms:created>
  <dcterms:modified xsi:type="dcterms:W3CDTF">2026-06-11T13:58:26Z</dcterms:modified>
  <cp:category/>
</cp:coreProperties>
</file>